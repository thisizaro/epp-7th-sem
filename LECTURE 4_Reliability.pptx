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4" r:id="rId3"/>
    <p:sldId id="275" r:id="rId4"/>
    <p:sldId id="276" r:id="rId5"/>
    <p:sldId id="290" r:id="rId6"/>
    <p:sldId id="291" r:id="rId7"/>
    <p:sldId id="292" r:id="rId8"/>
    <p:sldId id="277" r:id="rId9"/>
    <p:sldId id="278" r:id="rId10"/>
    <p:sldId id="279" r:id="rId11"/>
    <p:sldId id="280" r:id="rId12"/>
    <p:sldId id="281" r:id="rId13"/>
    <p:sldId id="282" r:id="rId14"/>
    <p:sldId id="284" r:id="rId15"/>
    <p:sldId id="285" r:id="rId16"/>
    <p:sldId id="286" r:id="rId17"/>
    <p:sldId id="287" r:id="rId18"/>
    <p:sldId id="288" r:id="rId19"/>
    <p:sldId id="289" r:id="rId20"/>
    <p:sldId id="257" r:id="rId21"/>
    <p:sldId id="269" r:id="rId22"/>
    <p:sldId id="258" r:id="rId23"/>
    <p:sldId id="260" r:id="rId24"/>
    <p:sldId id="261" r:id="rId25"/>
    <p:sldId id="270" r:id="rId26"/>
    <p:sldId id="271" r:id="rId27"/>
    <p:sldId id="263" r:id="rId28"/>
    <p:sldId id="264" r:id="rId29"/>
    <p:sldId id="265" r:id="rId30"/>
    <p:sldId id="267" r:id="rId31"/>
    <p:sldId id="272" r:id="rId32"/>
    <p:sldId id="273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A7AEEA-F2F1-4485-9828-59D23E7B26F7}" v="31" dt="2025-08-08T05:43:17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uthwiraj Sahu" userId="8ad9f87b72fa17b9" providerId="LiveId" clId="{E696EE33-7A7D-44C5-BFB5-78AA2EF5AA8E}"/>
    <pc:docChg chg="modSld">
      <pc:chgData name="Pruthwiraj Sahu" userId="8ad9f87b72fa17b9" providerId="LiveId" clId="{E696EE33-7A7D-44C5-BFB5-78AA2EF5AA8E}" dt="2025-07-30T14:15:06.019" v="1" actId="1076"/>
      <pc:docMkLst>
        <pc:docMk/>
      </pc:docMkLst>
      <pc:sldChg chg="modSp mod">
        <pc:chgData name="Pruthwiraj Sahu" userId="8ad9f87b72fa17b9" providerId="LiveId" clId="{E696EE33-7A7D-44C5-BFB5-78AA2EF5AA8E}" dt="2025-07-30T14:15:06.019" v="1" actId="1076"/>
        <pc:sldMkLst>
          <pc:docMk/>
          <pc:sldMk cId="548095403" sldId="273"/>
        </pc:sldMkLst>
        <pc:spChg chg="mod">
          <ac:chgData name="Pruthwiraj Sahu" userId="8ad9f87b72fa17b9" providerId="LiveId" clId="{E696EE33-7A7D-44C5-BFB5-78AA2EF5AA8E}" dt="2025-07-30T14:14:58.659" v="0" actId="1076"/>
          <ac:spMkLst>
            <pc:docMk/>
            <pc:sldMk cId="548095403" sldId="273"/>
            <ac:spMk id="2" creationId="{00000000-0000-0000-0000-000000000000}"/>
          </ac:spMkLst>
        </pc:spChg>
        <pc:spChg chg="mod">
          <ac:chgData name="Pruthwiraj Sahu" userId="8ad9f87b72fa17b9" providerId="LiveId" clId="{E696EE33-7A7D-44C5-BFB5-78AA2EF5AA8E}" dt="2025-07-30T14:15:06.019" v="1" actId="1076"/>
          <ac:spMkLst>
            <pc:docMk/>
            <pc:sldMk cId="548095403" sldId="273"/>
            <ac:spMk id="3" creationId="{00000000-0000-0000-0000-000000000000}"/>
          </ac:spMkLst>
        </pc:spChg>
      </pc:sldChg>
    </pc:docChg>
  </pc:docChgLst>
  <pc:docChgLst>
    <pc:chgData name="Pruthwiraj Sahu" userId="8ad9f87b72fa17b9" providerId="LiveId" clId="{2EA7AEEA-F2F1-4485-9828-59D23E7B26F7}"/>
    <pc:docChg chg="custSel addSld delSld modSld">
      <pc:chgData name="Pruthwiraj Sahu" userId="8ad9f87b72fa17b9" providerId="LiveId" clId="{2EA7AEEA-F2F1-4485-9828-59D23E7B26F7}" dt="2025-08-08T05:43:17.668" v="276"/>
      <pc:docMkLst>
        <pc:docMk/>
      </pc:docMkLst>
      <pc:sldChg chg="modSp mod">
        <pc:chgData name="Pruthwiraj Sahu" userId="8ad9f87b72fa17b9" providerId="LiveId" clId="{2EA7AEEA-F2F1-4485-9828-59D23E7B26F7}" dt="2025-08-08T05:33:54.314" v="266" actId="207"/>
        <pc:sldMkLst>
          <pc:docMk/>
          <pc:sldMk cId="0" sldId="256"/>
        </pc:sldMkLst>
        <pc:spChg chg="mod">
          <ac:chgData name="Pruthwiraj Sahu" userId="8ad9f87b72fa17b9" providerId="LiveId" clId="{2EA7AEEA-F2F1-4485-9828-59D23E7B26F7}" dt="2025-08-08T05:33:37.694" v="264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Pruthwiraj Sahu" userId="8ad9f87b72fa17b9" providerId="LiveId" clId="{2EA7AEEA-F2F1-4485-9828-59D23E7B26F7}" dt="2025-08-08T05:33:54.314" v="266" actId="20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Pruthwiraj Sahu" userId="8ad9f87b72fa17b9" providerId="LiveId" clId="{2EA7AEEA-F2F1-4485-9828-59D23E7B26F7}" dt="2025-08-07T06:20:08.986" v="59" actId="27636"/>
        <pc:sldMkLst>
          <pc:docMk/>
          <pc:sldMk cId="0" sldId="261"/>
        </pc:sldMkLst>
        <pc:spChg chg="mod">
          <ac:chgData name="Pruthwiraj Sahu" userId="8ad9f87b72fa17b9" providerId="LiveId" clId="{2EA7AEEA-F2F1-4485-9828-59D23E7B26F7}" dt="2025-08-07T06:20:08.986" v="59" actId="27636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Pruthwiraj Sahu" userId="8ad9f87b72fa17b9" providerId="LiveId" clId="{2EA7AEEA-F2F1-4485-9828-59D23E7B26F7}" dt="2025-08-07T05:07:16.973" v="5" actId="5793"/>
        <pc:sldMkLst>
          <pc:docMk/>
          <pc:sldMk cId="1102174907" sldId="269"/>
        </pc:sldMkLst>
        <pc:spChg chg="add mod">
          <ac:chgData name="Pruthwiraj Sahu" userId="8ad9f87b72fa17b9" providerId="LiveId" clId="{2EA7AEEA-F2F1-4485-9828-59D23E7B26F7}" dt="2025-08-07T05:07:16.973" v="5" actId="5793"/>
          <ac:spMkLst>
            <pc:docMk/>
            <pc:sldMk cId="1102174907" sldId="269"/>
            <ac:spMk id="3" creationId="{94154DCC-FE67-527C-8F75-15CF7B5BCA3E}"/>
          </ac:spMkLst>
        </pc:spChg>
        <pc:picChg chg="del">
          <ac:chgData name="Pruthwiraj Sahu" userId="8ad9f87b72fa17b9" providerId="LiveId" clId="{2EA7AEEA-F2F1-4485-9828-59D23E7B26F7}" dt="2025-08-07T05:07:03.049" v="0" actId="478"/>
          <ac:picMkLst>
            <pc:docMk/>
            <pc:sldMk cId="1102174907" sldId="269"/>
            <ac:picMk id="4" creationId="{00000000-0000-0000-0000-000000000000}"/>
          </ac:picMkLst>
        </pc:picChg>
        <pc:picChg chg="add mod">
          <ac:chgData name="Pruthwiraj Sahu" userId="8ad9f87b72fa17b9" providerId="LiveId" clId="{2EA7AEEA-F2F1-4485-9828-59D23E7B26F7}" dt="2025-08-07T05:07:14.099" v="4" actId="1076"/>
          <ac:picMkLst>
            <pc:docMk/>
            <pc:sldMk cId="1102174907" sldId="269"/>
            <ac:picMk id="7" creationId="{E5D30501-F798-3153-5531-609C4E83979C}"/>
          </ac:picMkLst>
        </pc:picChg>
      </pc:sldChg>
      <pc:sldChg chg="addSp modSp new mod setBg">
        <pc:chgData name="Pruthwiraj Sahu" userId="8ad9f87b72fa17b9" providerId="LiveId" clId="{2EA7AEEA-F2F1-4485-9828-59D23E7B26F7}" dt="2025-08-08T04:46:22.237" v="80" actId="1076"/>
        <pc:sldMkLst>
          <pc:docMk/>
          <pc:sldMk cId="2876300254" sldId="274"/>
        </pc:sldMkLst>
        <pc:picChg chg="add mod">
          <ac:chgData name="Pruthwiraj Sahu" userId="8ad9f87b72fa17b9" providerId="LiveId" clId="{2EA7AEEA-F2F1-4485-9828-59D23E7B26F7}" dt="2025-08-08T04:46:08.851" v="75" actId="1076"/>
          <ac:picMkLst>
            <pc:docMk/>
            <pc:sldMk cId="2876300254" sldId="274"/>
            <ac:picMk id="3" creationId="{5A8BD180-CE1D-1D20-C611-EA4AE3F4211C}"/>
          </ac:picMkLst>
        </pc:picChg>
        <pc:picChg chg="add mod">
          <ac:chgData name="Pruthwiraj Sahu" userId="8ad9f87b72fa17b9" providerId="LiveId" clId="{2EA7AEEA-F2F1-4485-9828-59D23E7B26F7}" dt="2025-08-08T04:46:22.237" v="80" actId="1076"/>
          <ac:picMkLst>
            <pc:docMk/>
            <pc:sldMk cId="2876300254" sldId="274"/>
            <ac:picMk id="5" creationId="{3968CFDD-2528-DB64-E822-1C9FF24098FC}"/>
          </ac:picMkLst>
        </pc:picChg>
      </pc:sldChg>
      <pc:sldChg chg="add">
        <pc:chgData name="Pruthwiraj Sahu" userId="8ad9f87b72fa17b9" providerId="LiveId" clId="{2EA7AEEA-F2F1-4485-9828-59D23E7B26F7}" dt="2025-08-08T05:43:17.668" v="276"/>
        <pc:sldMkLst>
          <pc:docMk/>
          <pc:sldMk cId="622026501" sldId="275"/>
        </pc:sldMkLst>
      </pc:sldChg>
      <pc:sldChg chg="addSp modSp add del mod">
        <pc:chgData name="Pruthwiraj Sahu" userId="8ad9f87b72fa17b9" providerId="LiveId" clId="{2EA7AEEA-F2F1-4485-9828-59D23E7B26F7}" dt="2025-08-08T05:43:11.781" v="275" actId="2696"/>
        <pc:sldMkLst>
          <pc:docMk/>
          <pc:sldMk cId="2014014159" sldId="275"/>
        </pc:sldMkLst>
        <pc:picChg chg="add mod">
          <ac:chgData name="Pruthwiraj Sahu" userId="8ad9f87b72fa17b9" providerId="LiveId" clId="{2EA7AEEA-F2F1-4485-9828-59D23E7B26F7}" dt="2025-08-08T04:47:35.211" v="83" actId="1076"/>
          <ac:picMkLst>
            <pc:docMk/>
            <pc:sldMk cId="2014014159" sldId="275"/>
            <ac:picMk id="3" creationId="{47C73DAD-FD12-8A42-1BAD-6FDC52840EDF}"/>
          </ac:picMkLst>
        </pc:picChg>
        <pc:picChg chg="add mod">
          <ac:chgData name="Pruthwiraj Sahu" userId="8ad9f87b72fa17b9" providerId="LiveId" clId="{2EA7AEEA-F2F1-4485-9828-59D23E7B26F7}" dt="2025-08-08T04:49:05.825" v="87" actId="1076"/>
          <ac:picMkLst>
            <pc:docMk/>
            <pc:sldMk cId="2014014159" sldId="275"/>
            <ac:picMk id="5" creationId="{49DAFEEC-8D8A-FCE9-8CB0-006A1D4DC789}"/>
          </ac:picMkLst>
        </pc:picChg>
      </pc:sldChg>
      <pc:sldChg chg="addSp modSp add del mod">
        <pc:chgData name="Pruthwiraj Sahu" userId="8ad9f87b72fa17b9" providerId="LiveId" clId="{2EA7AEEA-F2F1-4485-9828-59D23E7B26F7}" dt="2025-08-08T05:43:11.781" v="275" actId="2696"/>
        <pc:sldMkLst>
          <pc:docMk/>
          <pc:sldMk cId="2322674486" sldId="276"/>
        </pc:sldMkLst>
        <pc:picChg chg="add mod">
          <ac:chgData name="Pruthwiraj Sahu" userId="8ad9f87b72fa17b9" providerId="LiveId" clId="{2EA7AEEA-F2F1-4485-9828-59D23E7B26F7}" dt="2025-08-08T04:52:15.176" v="111" actId="1036"/>
          <ac:picMkLst>
            <pc:docMk/>
            <pc:sldMk cId="2322674486" sldId="276"/>
            <ac:picMk id="3" creationId="{A0FFFDE4-E96F-7F6B-247C-C8B5CCCFFB14}"/>
          </ac:picMkLst>
        </pc:picChg>
        <pc:picChg chg="add mod">
          <ac:chgData name="Pruthwiraj Sahu" userId="8ad9f87b72fa17b9" providerId="LiveId" clId="{2EA7AEEA-F2F1-4485-9828-59D23E7B26F7}" dt="2025-08-08T04:52:22.836" v="143" actId="1035"/>
          <ac:picMkLst>
            <pc:docMk/>
            <pc:sldMk cId="2322674486" sldId="276"/>
            <ac:picMk id="5" creationId="{19ACF445-6A28-A662-0495-E40A8A9BF3F7}"/>
          </ac:picMkLst>
        </pc:picChg>
      </pc:sldChg>
      <pc:sldChg chg="add">
        <pc:chgData name="Pruthwiraj Sahu" userId="8ad9f87b72fa17b9" providerId="LiveId" clId="{2EA7AEEA-F2F1-4485-9828-59D23E7B26F7}" dt="2025-08-08T05:43:17.668" v="276"/>
        <pc:sldMkLst>
          <pc:docMk/>
          <pc:sldMk cId="2536237707" sldId="276"/>
        </pc:sldMkLst>
      </pc:sldChg>
      <pc:sldChg chg="addSp modSp add mod">
        <pc:chgData name="Pruthwiraj Sahu" userId="8ad9f87b72fa17b9" providerId="LiveId" clId="{2EA7AEEA-F2F1-4485-9828-59D23E7B26F7}" dt="2025-08-08T04:58:11.266" v="146" actId="1076"/>
        <pc:sldMkLst>
          <pc:docMk/>
          <pc:sldMk cId="753930985" sldId="277"/>
        </pc:sldMkLst>
        <pc:picChg chg="add mod">
          <ac:chgData name="Pruthwiraj Sahu" userId="8ad9f87b72fa17b9" providerId="LiveId" clId="{2EA7AEEA-F2F1-4485-9828-59D23E7B26F7}" dt="2025-08-08T04:58:11.266" v="146" actId="1076"/>
          <ac:picMkLst>
            <pc:docMk/>
            <pc:sldMk cId="753930985" sldId="277"/>
            <ac:picMk id="3" creationId="{D6727E64-2C11-573C-EA12-5D207356B62A}"/>
          </ac:picMkLst>
        </pc:picChg>
      </pc:sldChg>
      <pc:sldChg chg="addSp add mod">
        <pc:chgData name="Pruthwiraj Sahu" userId="8ad9f87b72fa17b9" providerId="LiveId" clId="{2EA7AEEA-F2F1-4485-9828-59D23E7B26F7}" dt="2025-08-08T05:00:08.594" v="147" actId="22"/>
        <pc:sldMkLst>
          <pc:docMk/>
          <pc:sldMk cId="23541270" sldId="278"/>
        </pc:sldMkLst>
        <pc:picChg chg="add">
          <ac:chgData name="Pruthwiraj Sahu" userId="8ad9f87b72fa17b9" providerId="LiveId" clId="{2EA7AEEA-F2F1-4485-9828-59D23E7B26F7}" dt="2025-08-08T05:00:08.594" v="147" actId="22"/>
          <ac:picMkLst>
            <pc:docMk/>
            <pc:sldMk cId="23541270" sldId="278"/>
            <ac:picMk id="3" creationId="{1CE2E976-BD0C-E70D-6634-210633984987}"/>
          </ac:picMkLst>
        </pc:picChg>
      </pc:sldChg>
      <pc:sldChg chg="addSp modSp add mod">
        <pc:chgData name="Pruthwiraj Sahu" userId="8ad9f87b72fa17b9" providerId="LiveId" clId="{2EA7AEEA-F2F1-4485-9828-59D23E7B26F7}" dt="2025-08-08T05:02:30.321" v="155" actId="1076"/>
        <pc:sldMkLst>
          <pc:docMk/>
          <pc:sldMk cId="776634423" sldId="279"/>
        </pc:sldMkLst>
        <pc:picChg chg="add mod">
          <ac:chgData name="Pruthwiraj Sahu" userId="8ad9f87b72fa17b9" providerId="LiveId" clId="{2EA7AEEA-F2F1-4485-9828-59D23E7B26F7}" dt="2025-08-08T05:01:45.694" v="151" actId="1076"/>
          <ac:picMkLst>
            <pc:docMk/>
            <pc:sldMk cId="776634423" sldId="279"/>
            <ac:picMk id="3" creationId="{C831DD0F-008B-371F-DF9B-F6F31081A0FD}"/>
          </ac:picMkLst>
        </pc:picChg>
        <pc:picChg chg="add mod">
          <ac:chgData name="Pruthwiraj Sahu" userId="8ad9f87b72fa17b9" providerId="LiveId" clId="{2EA7AEEA-F2F1-4485-9828-59D23E7B26F7}" dt="2025-08-08T05:02:30.321" v="155" actId="1076"/>
          <ac:picMkLst>
            <pc:docMk/>
            <pc:sldMk cId="776634423" sldId="279"/>
            <ac:picMk id="5" creationId="{D9739E37-51A5-4C56-BD03-A64CDD3BFCFB}"/>
          </ac:picMkLst>
        </pc:picChg>
      </pc:sldChg>
      <pc:sldChg chg="addSp delSp modSp add mod">
        <pc:chgData name="Pruthwiraj Sahu" userId="8ad9f87b72fa17b9" providerId="LiveId" clId="{2EA7AEEA-F2F1-4485-9828-59D23E7B26F7}" dt="2025-08-08T05:06:31.326" v="176" actId="1076"/>
        <pc:sldMkLst>
          <pc:docMk/>
          <pc:sldMk cId="1892204605" sldId="280"/>
        </pc:sldMkLst>
        <pc:picChg chg="del">
          <ac:chgData name="Pruthwiraj Sahu" userId="8ad9f87b72fa17b9" providerId="LiveId" clId="{2EA7AEEA-F2F1-4485-9828-59D23E7B26F7}" dt="2025-08-08T05:02:50.408" v="159" actId="478"/>
          <ac:picMkLst>
            <pc:docMk/>
            <pc:sldMk cId="1892204605" sldId="280"/>
            <ac:picMk id="3" creationId="{DFE7BC7C-BA8D-4C97-3CBF-511A62088A94}"/>
          </ac:picMkLst>
        </pc:picChg>
        <pc:picChg chg="add mod">
          <ac:chgData name="Pruthwiraj Sahu" userId="8ad9f87b72fa17b9" providerId="LiveId" clId="{2EA7AEEA-F2F1-4485-9828-59D23E7B26F7}" dt="2025-08-08T05:06:31.326" v="176" actId="1076"/>
          <ac:picMkLst>
            <pc:docMk/>
            <pc:sldMk cId="1892204605" sldId="280"/>
            <ac:picMk id="4" creationId="{4D5EC72D-4CA4-F8E8-B285-5597FF747A54}"/>
          </ac:picMkLst>
        </pc:picChg>
        <pc:picChg chg="del">
          <ac:chgData name="Pruthwiraj Sahu" userId="8ad9f87b72fa17b9" providerId="LiveId" clId="{2EA7AEEA-F2F1-4485-9828-59D23E7B26F7}" dt="2025-08-08T05:02:51.382" v="160" actId="478"/>
          <ac:picMkLst>
            <pc:docMk/>
            <pc:sldMk cId="1892204605" sldId="280"/>
            <ac:picMk id="5" creationId="{92B82CF1-27CD-5ACC-599E-3950024473CA}"/>
          </ac:picMkLst>
        </pc:picChg>
        <pc:picChg chg="add del">
          <ac:chgData name="Pruthwiraj Sahu" userId="8ad9f87b72fa17b9" providerId="LiveId" clId="{2EA7AEEA-F2F1-4485-9828-59D23E7B26F7}" dt="2025-08-08T05:06:04.765" v="170" actId="21"/>
          <ac:picMkLst>
            <pc:docMk/>
            <pc:sldMk cId="1892204605" sldId="280"/>
            <ac:picMk id="7" creationId="{FFC9B668-82F2-4090-F3D8-662510D11592}"/>
          </ac:picMkLst>
        </pc:picChg>
      </pc:sldChg>
      <pc:sldChg chg="addSp modSp new mod">
        <pc:chgData name="Pruthwiraj Sahu" userId="8ad9f87b72fa17b9" providerId="LiveId" clId="{2EA7AEEA-F2F1-4485-9828-59D23E7B26F7}" dt="2025-08-08T05:06:25.314" v="174" actId="1076"/>
        <pc:sldMkLst>
          <pc:docMk/>
          <pc:sldMk cId="2091225769" sldId="281"/>
        </pc:sldMkLst>
        <pc:picChg chg="add mod">
          <ac:chgData name="Pruthwiraj Sahu" userId="8ad9f87b72fa17b9" providerId="LiveId" clId="{2EA7AEEA-F2F1-4485-9828-59D23E7B26F7}" dt="2025-08-08T05:06:25.314" v="174" actId="1076"/>
          <ac:picMkLst>
            <pc:docMk/>
            <pc:sldMk cId="2091225769" sldId="281"/>
            <ac:picMk id="7" creationId="{FFC9B668-82F2-4090-F3D8-662510D11592}"/>
          </ac:picMkLst>
        </pc:picChg>
      </pc:sldChg>
      <pc:sldChg chg="add del">
        <pc:chgData name="Pruthwiraj Sahu" userId="8ad9f87b72fa17b9" providerId="LiveId" clId="{2EA7AEEA-F2F1-4485-9828-59D23E7B26F7}" dt="2025-08-08T05:02:55.421" v="161" actId="47"/>
        <pc:sldMkLst>
          <pc:docMk/>
          <pc:sldMk cId="3389919390" sldId="281"/>
        </pc:sldMkLst>
      </pc:sldChg>
      <pc:sldChg chg="add del">
        <pc:chgData name="Pruthwiraj Sahu" userId="8ad9f87b72fa17b9" providerId="LiveId" clId="{2EA7AEEA-F2F1-4485-9828-59D23E7B26F7}" dt="2025-08-08T05:02:56.747" v="162" actId="47"/>
        <pc:sldMkLst>
          <pc:docMk/>
          <pc:sldMk cId="1120707306" sldId="282"/>
        </pc:sldMkLst>
      </pc:sldChg>
      <pc:sldChg chg="addSp delSp modSp add mod">
        <pc:chgData name="Pruthwiraj Sahu" userId="8ad9f87b72fa17b9" providerId="LiveId" clId="{2EA7AEEA-F2F1-4485-9828-59D23E7B26F7}" dt="2025-08-08T05:20:16.918" v="201" actId="1076"/>
        <pc:sldMkLst>
          <pc:docMk/>
          <pc:sldMk cId="3924266812" sldId="282"/>
        </pc:sldMkLst>
        <pc:picChg chg="add mod">
          <ac:chgData name="Pruthwiraj Sahu" userId="8ad9f87b72fa17b9" providerId="LiveId" clId="{2EA7AEEA-F2F1-4485-9828-59D23E7B26F7}" dt="2025-08-08T05:11:46.745" v="178" actId="1076"/>
          <ac:picMkLst>
            <pc:docMk/>
            <pc:sldMk cId="3924266812" sldId="282"/>
            <ac:picMk id="3" creationId="{C4B911ED-5E00-D166-B333-98FC883C6643}"/>
          </ac:picMkLst>
        </pc:picChg>
        <pc:picChg chg="add del mod">
          <ac:chgData name="Pruthwiraj Sahu" userId="8ad9f87b72fa17b9" providerId="LiveId" clId="{2EA7AEEA-F2F1-4485-9828-59D23E7B26F7}" dt="2025-08-08T05:19:33.098" v="185" actId="478"/>
          <ac:picMkLst>
            <pc:docMk/>
            <pc:sldMk cId="3924266812" sldId="282"/>
            <ac:picMk id="5" creationId="{C4856705-1C87-0DF4-7F52-DB316F9F8C18}"/>
          </ac:picMkLst>
        </pc:picChg>
        <pc:picChg chg="add mod">
          <ac:chgData name="Pruthwiraj Sahu" userId="8ad9f87b72fa17b9" providerId="LiveId" clId="{2EA7AEEA-F2F1-4485-9828-59D23E7B26F7}" dt="2025-08-08T05:20:11.574" v="199" actId="1076"/>
          <ac:picMkLst>
            <pc:docMk/>
            <pc:sldMk cId="3924266812" sldId="282"/>
            <ac:picMk id="7" creationId="{D14FC0F0-E4D5-2E1E-A9FB-12A9B3C56378}"/>
          </ac:picMkLst>
        </pc:picChg>
        <pc:picChg chg="add mod">
          <ac:chgData name="Pruthwiraj Sahu" userId="8ad9f87b72fa17b9" providerId="LiveId" clId="{2EA7AEEA-F2F1-4485-9828-59D23E7B26F7}" dt="2025-08-08T05:20:16.918" v="201" actId="1076"/>
          <ac:picMkLst>
            <pc:docMk/>
            <pc:sldMk cId="3924266812" sldId="282"/>
            <ac:picMk id="8" creationId="{2F628B7E-9522-BA75-FF9E-716AB85D72F1}"/>
          </ac:picMkLst>
        </pc:picChg>
      </pc:sldChg>
      <pc:sldChg chg="addSp add del mod">
        <pc:chgData name="Pruthwiraj Sahu" userId="8ad9f87b72fa17b9" providerId="LiveId" clId="{2EA7AEEA-F2F1-4485-9828-59D23E7B26F7}" dt="2025-08-08T05:15:13.022" v="184" actId="47"/>
        <pc:sldMkLst>
          <pc:docMk/>
          <pc:sldMk cId="4245581266" sldId="283"/>
        </pc:sldMkLst>
        <pc:picChg chg="add">
          <ac:chgData name="Pruthwiraj Sahu" userId="8ad9f87b72fa17b9" providerId="LiveId" clId="{2EA7AEEA-F2F1-4485-9828-59D23E7B26F7}" dt="2025-08-08T05:14:40.493" v="182" actId="22"/>
          <ac:picMkLst>
            <pc:docMk/>
            <pc:sldMk cId="4245581266" sldId="283"/>
            <ac:picMk id="3" creationId="{40D8D89C-4941-353A-5684-C2725B19AA75}"/>
          </ac:picMkLst>
        </pc:picChg>
      </pc:sldChg>
      <pc:sldChg chg="addSp delSp modSp add mod">
        <pc:chgData name="Pruthwiraj Sahu" userId="8ad9f87b72fa17b9" providerId="LiveId" clId="{2EA7AEEA-F2F1-4485-9828-59D23E7B26F7}" dt="2025-08-08T05:27:16.640" v="225" actId="21"/>
        <pc:sldMkLst>
          <pc:docMk/>
          <pc:sldMk cId="3791288948" sldId="284"/>
        </pc:sldMkLst>
        <pc:picChg chg="add del mod">
          <ac:chgData name="Pruthwiraj Sahu" userId="8ad9f87b72fa17b9" providerId="LiveId" clId="{2EA7AEEA-F2F1-4485-9828-59D23E7B26F7}" dt="2025-08-08T05:19:46.700" v="190" actId="21"/>
          <ac:picMkLst>
            <pc:docMk/>
            <pc:sldMk cId="3791288948" sldId="284"/>
            <ac:picMk id="3" creationId="{2F628B7E-9522-BA75-FF9E-716AB85D72F1}"/>
          </ac:picMkLst>
        </pc:picChg>
        <pc:picChg chg="add del mod">
          <ac:chgData name="Pruthwiraj Sahu" userId="8ad9f87b72fa17b9" providerId="LiveId" clId="{2EA7AEEA-F2F1-4485-9828-59D23E7B26F7}" dt="2025-08-08T05:21:41.368" v="205" actId="478"/>
          <ac:picMkLst>
            <pc:docMk/>
            <pc:sldMk cId="3791288948" sldId="284"/>
            <ac:picMk id="5" creationId="{7660E4E6-D900-DF7C-826B-DF69450265BA}"/>
          </ac:picMkLst>
        </pc:picChg>
        <pc:picChg chg="add mod">
          <ac:chgData name="Pruthwiraj Sahu" userId="8ad9f87b72fa17b9" providerId="LiveId" clId="{2EA7AEEA-F2F1-4485-9828-59D23E7B26F7}" dt="2025-08-08T05:24:13.979" v="212" actId="1076"/>
          <ac:picMkLst>
            <pc:docMk/>
            <pc:sldMk cId="3791288948" sldId="284"/>
            <ac:picMk id="7" creationId="{5558FC36-4BB4-B9D8-0097-FE1523F55642}"/>
          </ac:picMkLst>
        </pc:picChg>
        <pc:picChg chg="add mod">
          <ac:chgData name="Pruthwiraj Sahu" userId="8ad9f87b72fa17b9" providerId="LiveId" clId="{2EA7AEEA-F2F1-4485-9828-59D23E7B26F7}" dt="2025-08-08T05:25:45.251" v="217" actId="1076"/>
          <ac:picMkLst>
            <pc:docMk/>
            <pc:sldMk cId="3791288948" sldId="284"/>
            <ac:picMk id="9" creationId="{F785249D-B83F-8A40-34A1-7BA5D7149847}"/>
          </ac:picMkLst>
        </pc:picChg>
        <pc:picChg chg="add mod">
          <ac:chgData name="Pruthwiraj Sahu" userId="8ad9f87b72fa17b9" providerId="LiveId" clId="{2EA7AEEA-F2F1-4485-9828-59D23E7B26F7}" dt="2025-08-08T05:25:48.039" v="218" actId="1076"/>
          <ac:picMkLst>
            <pc:docMk/>
            <pc:sldMk cId="3791288948" sldId="284"/>
            <ac:picMk id="11" creationId="{4959A6D9-D206-5D30-9961-879E62793995}"/>
          </ac:picMkLst>
        </pc:picChg>
        <pc:picChg chg="add del">
          <ac:chgData name="Pruthwiraj Sahu" userId="8ad9f87b72fa17b9" providerId="LiveId" clId="{2EA7AEEA-F2F1-4485-9828-59D23E7B26F7}" dt="2025-08-08T05:27:16.640" v="225" actId="21"/>
          <ac:picMkLst>
            <pc:docMk/>
            <pc:sldMk cId="3791288948" sldId="284"/>
            <ac:picMk id="13" creationId="{1C2760E1-8F4E-BFDE-6C26-55DF60050CE1}"/>
          </ac:picMkLst>
        </pc:picChg>
      </pc:sldChg>
      <pc:sldChg chg="addSp modSp new mod">
        <pc:chgData name="Pruthwiraj Sahu" userId="8ad9f87b72fa17b9" providerId="LiveId" clId="{2EA7AEEA-F2F1-4485-9828-59D23E7B26F7}" dt="2025-08-08T05:32:58.400" v="259" actId="207"/>
        <pc:sldMkLst>
          <pc:docMk/>
          <pc:sldMk cId="2909438294" sldId="285"/>
        </pc:sldMkLst>
        <pc:spChg chg="add mod">
          <ac:chgData name="Pruthwiraj Sahu" userId="8ad9f87b72fa17b9" providerId="LiveId" clId="{2EA7AEEA-F2F1-4485-9828-59D23E7B26F7}" dt="2025-08-08T05:32:58.400" v="259" actId="207"/>
          <ac:spMkLst>
            <pc:docMk/>
            <pc:sldMk cId="2909438294" sldId="285"/>
            <ac:spMk id="2" creationId="{7E721213-3FCF-C3B0-ECFB-3C98BD174453}"/>
          </ac:spMkLst>
        </pc:spChg>
        <pc:picChg chg="add mod">
          <ac:chgData name="Pruthwiraj Sahu" userId="8ad9f87b72fa17b9" providerId="LiveId" clId="{2EA7AEEA-F2F1-4485-9828-59D23E7B26F7}" dt="2025-08-08T05:32:03.425" v="231" actId="1076"/>
          <ac:picMkLst>
            <pc:docMk/>
            <pc:sldMk cId="2909438294" sldId="285"/>
            <ac:picMk id="13" creationId="{1C2760E1-8F4E-BFDE-6C26-55DF60050CE1}"/>
          </ac:picMkLst>
        </pc:picChg>
      </pc:sldChg>
      <pc:sldChg chg="addSp modSp add mod">
        <pc:chgData name="Pruthwiraj Sahu" userId="8ad9f87b72fa17b9" providerId="LiveId" clId="{2EA7AEEA-F2F1-4485-9828-59D23E7B26F7}" dt="2025-08-08T05:33:08.430" v="260"/>
        <pc:sldMkLst>
          <pc:docMk/>
          <pc:sldMk cId="2731918439" sldId="286"/>
        </pc:sldMkLst>
        <pc:spChg chg="add mod">
          <ac:chgData name="Pruthwiraj Sahu" userId="8ad9f87b72fa17b9" providerId="LiveId" clId="{2EA7AEEA-F2F1-4485-9828-59D23E7B26F7}" dt="2025-08-08T05:33:08.430" v="260"/>
          <ac:spMkLst>
            <pc:docMk/>
            <pc:sldMk cId="2731918439" sldId="286"/>
            <ac:spMk id="4" creationId="{3CAA071A-32B2-329F-B3F2-8DE6049A15F4}"/>
          </ac:spMkLst>
        </pc:spChg>
        <pc:picChg chg="add">
          <ac:chgData name="Pruthwiraj Sahu" userId="8ad9f87b72fa17b9" providerId="LiveId" clId="{2EA7AEEA-F2F1-4485-9828-59D23E7B26F7}" dt="2025-08-08T05:28:24.837" v="227" actId="22"/>
          <ac:picMkLst>
            <pc:docMk/>
            <pc:sldMk cId="2731918439" sldId="286"/>
            <ac:picMk id="3" creationId="{F7FD70B8-C56C-B69C-90F8-14FDECD94AFF}"/>
          </ac:picMkLst>
        </pc:picChg>
      </pc:sldChg>
      <pc:sldChg chg="addSp modSp add mod">
        <pc:chgData name="Pruthwiraj Sahu" userId="8ad9f87b72fa17b9" providerId="LiveId" clId="{2EA7AEEA-F2F1-4485-9828-59D23E7B26F7}" dt="2025-08-08T05:33:11.729" v="261"/>
        <pc:sldMkLst>
          <pc:docMk/>
          <pc:sldMk cId="2411489587" sldId="287"/>
        </pc:sldMkLst>
        <pc:spChg chg="add mod">
          <ac:chgData name="Pruthwiraj Sahu" userId="8ad9f87b72fa17b9" providerId="LiveId" clId="{2EA7AEEA-F2F1-4485-9828-59D23E7B26F7}" dt="2025-08-08T05:33:11.729" v="261"/>
          <ac:spMkLst>
            <pc:docMk/>
            <pc:sldMk cId="2411489587" sldId="287"/>
            <ac:spMk id="4" creationId="{5606FF86-3925-D250-606A-9C8FF0CF27DD}"/>
          </ac:spMkLst>
        </pc:spChg>
        <pc:picChg chg="add">
          <ac:chgData name="Pruthwiraj Sahu" userId="8ad9f87b72fa17b9" providerId="LiveId" clId="{2EA7AEEA-F2F1-4485-9828-59D23E7B26F7}" dt="2025-08-08T05:29:26.903" v="228" actId="22"/>
          <ac:picMkLst>
            <pc:docMk/>
            <pc:sldMk cId="2411489587" sldId="287"/>
            <ac:picMk id="3" creationId="{E07D57AD-05BE-D27D-D917-C89ABFA8BADE}"/>
          </ac:picMkLst>
        </pc:picChg>
      </pc:sldChg>
      <pc:sldChg chg="addSp modSp add mod">
        <pc:chgData name="Pruthwiraj Sahu" userId="8ad9f87b72fa17b9" providerId="LiveId" clId="{2EA7AEEA-F2F1-4485-9828-59D23E7B26F7}" dt="2025-08-08T05:33:16.373" v="262"/>
        <pc:sldMkLst>
          <pc:docMk/>
          <pc:sldMk cId="2037731335" sldId="288"/>
        </pc:sldMkLst>
        <pc:spChg chg="add mod">
          <ac:chgData name="Pruthwiraj Sahu" userId="8ad9f87b72fa17b9" providerId="LiveId" clId="{2EA7AEEA-F2F1-4485-9828-59D23E7B26F7}" dt="2025-08-08T05:33:16.373" v="262"/>
          <ac:spMkLst>
            <pc:docMk/>
            <pc:sldMk cId="2037731335" sldId="288"/>
            <ac:spMk id="4" creationId="{ED9F76F3-7A96-79EF-3A80-B01F07B7250A}"/>
          </ac:spMkLst>
        </pc:spChg>
        <pc:picChg chg="add">
          <ac:chgData name="Pruthwiraj Sahu" userId="8ad9f87b72fa17b9" providerId="LiveId" clId="{2EA7AEEA-F2F1-4485-9828-59D23E7B26F7}" dt="2025-08-08T05:30:17.833" v="229" actId="22"/>
          <ac:picMkLst>
            <pc:docMk/>
            <pc:sldMk cId="2037731335" sldId="288"/>
            <ac:picMk id="3" creationId="{DC3BE591-91C8-E63E-D060-CED75C3C46A6}"/>
          </ac:picMkLst>
        </pc:picChg>
      </pc:sldChg>
      <pc:sldChg chg="addSp modSp add mod">
        <pc:chgData name="Pruthwiraj Sahu" userId="8ad9f87b72fa17b9" providerId="LiveId" clId="{2EA7AEEA-F2F1-4485-9828-59D23E7B26F7}" dt="2025-08-08T05:33:18.972" v="263"/>
        <pc:sldMkLst>
          <pc:docMk/>
          <pc:sldMk cId="1039819422" sldId="289"/>
        </pc:sldMkLst>
        <pc:spChg chg="add mod">
          <ac:chgData name="Pruthwiraj Sahu" userId="8ad9f87b72fa17b9" providerId="LiveId" clId="{2EA7AEEA-F2F1-4485-9828-59D23E7B26F7}" dt="2025-08-08T05:33:18.972" v="263"/>
          <ac:spMkLst>
            <pc:docMk/>
            <pc:sldMk cId="1039819422" sldId="289"/>
            <ac:spMk id="4" creationId="{D85E018C-07B7-D7FA-3BF9-B9AD959741C1}"/>
          </ac:spMkLst>
        </pc:spChg>
        <pc:picChg chg="add">
          <ac:chgData name="Pruthwiraj Sahu" userId="8ad9f87b72fa17b9" providerId="LiveId" clId="{2EA7AEEA-F2F1-4485-9828-59D23E7B26F7}" dt="2025-08-08T05:31:32.223" v="230" actId="22"/>
          <ac:picMkLst>
            <pc:docMk/>
            <pc:sldMk cId="1039819422" sldId="289"/>
            <ac:picMk id="3" creationId="{9FA61F10-3836-7046-B291-EC330B6FE641}"/>
          </ac:picMkLst>
        </pc:picChg>
      </pc:sldChg>
      <pc:sldChg chg="addSp delSp modSp add mod">
        <pc:chgData name="Pruthwiraj Sahu" userId="8ad9f87b72fa17b9" providerId="LiveId" clId="{2EA7AEEA-F2F1-4485-9828-59D23E7B26F7}" dt="2025-08-08T05:42:28.375" v="274" actId="113"/>
        <pc:sldMkLst>
          <pc:docMk/>
          <pc:sldMk cId="4157608496" sldId="290"/>
        </pc:sldMkLst>
        <pc:spChg chg="del">
          <ac:chgData name="Pruthwiraj Sahu" userId="8ad9f87b72fa17b9" providerId="LiveId" clId="{2EA7AEEA-F2F1-4485-9828-59D23E7B26F7}" dt="2025-08-08T05:41:46.499" v="269" actId="478"/>
          <ac:spMkLst>
            <pc:docMk/>
            <pc:sldMk cId="4157608496" sldId="290"/>
            <ac:spMk id="3" creationId="{4AFBEFFD-06B7-9F10-C8E9-18035C63081E}"/>
          </ac:spMkLst>
        </pc:spChg>
        <pc:spChg chg="mod">
          <ac:chgData name="Pruthwiraj Sahu" userId="8ad9f87b72fa17b9" providerId="LiveId" clId="{2EA7AEEA-F2F1-4485-9828-59D23E7B26F7}" dt="2025-08-08T05:42:28.375" v="274" actId="113"/>
          <ac:spMkLst>
            <pc:docMk/>
            <pc:sldMk cId="4157608496" sldId="290"/>
            <ac:spMk id="5" creationId="{481306FE-DA85-1BA3-07EB-07A8FAF31F57}"/>
          </ac:spMkLst>
        </pc:spChg>
        <pc:picChg chg="add mod">
          <ac:chgData name="Pruthwiraj Sahu" userId="8ad9f87b72fa17b9" providerId="LiveId" clId="{2EA7AEEA-F2F1-4485-9828-59D23E7B26F7}" dt="2025-08-08T05:42:09.428" v="272" actId="1076"/>
          <ac:picMkLst>
            <pc:docMk/>
            <pc:sldMk cId="4157608496" sldId="290"/>
            <ac:picMk id="2" creationId="{BE02AA6E-22D5-3536-8C4F-45A2E5BC20CD}"/>
          </ac:picMkLst>
        </pc:picChg>
        <pc:picChg chg="del">
          <ac:chgData name="Pruthwiraj Sahu" userId="8ad9f87b72fa17b9" providerId="LiveId" clId="{2EA7AEEA-F2F1-4485-9828-59D23E7B26F7}" dt="2025-08-08T05:41:43.441" v="268" actId="21"/>
          <ac:picMkLst>
            <pc:docMk/>
            <pc:sldMk cId="4157608496" sldId="290"/>
            <ac:picMk id="7" creationId="{BE02AA6E-22D5-3536-8C4F-45A2E5BC20CD}"/>
          </ac:picMkLst>
        </pc:picChg>
      </pc:sldChg>
      <pc:sldChg chg="add">
        <pc:chgData name="Pruthwiraj Sahu" userId="8ad9f87b72fa17b9" providerId="LiveId" clId="{2EA7AEEA-F2F1-4485-9828-59D23E7B26F7}" dt="2025-08-08T05:41:37.994" v="267"/>
        <pc:sldMkLst>
          <pc:docMk/>
          <pc:sldMk cId="3735475670" sldId="291"/>
        </pc:sldMkLst>
      </pc:sldChg>
      <pc:sldChg chg="add">
        <pc:chgData name="Pruthwiraj Sahu" userId="8ad9f87b72fa17b9" providerId="LiveId" clId="{2EA7AEEA-F2F1-4485-9828-59D23E7B26F7}" dt="2025-08-08T05:41:37.994" v="267"/>
        <pc:sldMkLst>
          <pc:docMk/>
          <pc:sldMk cId="266591004" sldId="29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3560" y="660400"/>
            <a:ext cx="7772400" cy="14700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dirty="0"/>
              <a:t>Design for Reliability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7120" y="2484120"/>
            <a:ext cx="6400800" cy="17526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Ensuring Product Performance </a:t>
            </a:r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Over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8BD180-CE1D-1D20-C611-EA4AE3F42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75" y="346489"/>
            <a:ext cx="7675528" cy="38761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68CFDD-2528-DB64-E822-1C9FF2409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80" y="4425681"/>
            <a:ext cx="7908442" cy="194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00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0B9D6-A93F-30CC-4C9B-70F85C5DC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C73DAD-FD12-8A42-1BAD-6FDC52840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03" y="871268"/>
            <a:ext cx="7975831" cy="38466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DAFEEC-8D8A-FCE9-8CB0-006A1D4DC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466" y="4696084"/>
            <a:ext cx="3212965" cy="216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2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8324-C4DB-EFC1-2155-8E45DC2B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FFFDE4-E96F-7F6B-247C-C8B5CCCFF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55" y="175254"/>
            <a:ext cx="7872474" cy="38293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ACF445-6A28-A662-0495-E40A8A9BF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54" y="4082289"/>
            <a:ext cx="7872473" cy="242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3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A2EFD-68C9-5829-3B2D-E89C3DFB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81306FE-DA85-1BA3-07EB-07A8FAF31F57}"/>
              </a:ext>
            </a:extLst>
          </p:cNvPr>
          <p:cNvSpPr/>
          <p:nvPr/>
        </p:nvSpPr>
        <p:spPr>
          <a:xfrm>
            <a:off x="416560" y="384016"/>
            <a:ext cx="84429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Google Sans"/>
              </a:rPr>
              <a:t>Reliability</a:t>
            </a:r>
            <a:r>
              <a:rPr lang="en-US" sz="2400" dirty="0">
                <a:solidFill>
                  <a:srgbClr val="474747"/>
                </a:solidFill>
                <a:latin typeface="Google Sans"/>
              </a:rPr>
              <a:t> is defined as </a:t>
            </a:r>
            <a:r>
              <a:rPr lang="en-US" sz="2400" dirty="0">
                <a:solidFill>
                  <a:srgbClr val="040C28"/>
                </a:solidFill>
                <a:latin typeface="Google Sans"/>
              </a:rPr>
              <a:t>the probability that a product, system, or service will perform its intended function adequately for a specified period of time, or will operate in a defined environment without failure</a:t>
            </a:r>
            <a:endParaRPr lang="en-I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02AA6E-22D5-3536-8C4F-45A2E5BC2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114" y="2351857"/>
            <a:ext cx="4355851" cy="419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0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68C53-A952-667D-B590-D6C7BDBC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59DB-8A60-A8E8-3EAC-EAC188FED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Design for Reliability?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93B15-342C-CE26-24D9-886D4FDED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Enhances customer satisfaction</a:t>
            </a:r>
          </a:p>
          <a:p>
            <a:r>
              <a:t>Reduces warranty costs</a:t>
            </a:r>
          </a:p>
          <a:p>
            <a:r>
              <a:t>Improves brand reputation</a:t>
            </a:r>
          </a:p>
          <a:p>
            <a:r>
              <a:t>Reduces total lifecycle cost</a:t>
            </a:r>
          </a:p>
          <a:p>
            <a:r>
              <a:t>Ensures safety and compliance</a:t>
            </a:r>
          </a:p>
        </p:txBody>
      </p:sp>
    </p:spTree>
    <p:extLst>
      <p:ext uri="{BB962C8B-B14F-4D97-AF65-F5344CB8AC3E}">
        <p14:creationId xmlns:p14="http://schemas.microsoft.com/office/powerpoint/2010/main" val="3735475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ED8FB-D5BA-D2BE-A073-F91D9CD98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C6BD1-2372-856C-E4F2-468C09B9E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in Product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14CD1-5294-5E57-DEE0-55FCB901F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 Phase: Requirements specification</a:t>
            </a:r>
          </a:p>
          <a:p>
            <a:r>
              <a:t>Design Phase: FMEA, fault-tolerant design</a:t>
            </a:r>
          </a:p>
          <a:p>
            <a:r>
              <a:t>Manufacturing: Process capability, quality control</a:t>
            </a:r>
          </a:p>
          <a:p>
            <a:r>
              <a:t>Operation: Maintenance strategy, failure analysis</a:t>
            </a:r>
          </a:p>
        </p:txBody>
      </p:sp>
    </p:spTree>
    <p:extLst>
      <p:ext uri="{BB962C8B-B14F-4D97-AF65-F5344CB8AC3E}">
        <p14:creationId xmlns:p14="http://schemas.microsoft.com/office/powerpoint/2010/main" val="26659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ADC9-4838-D772-5AFC-C77AFE0E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727E64-2C11-573C-EA12-5D207356B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321513"/>
            <a:ext cx="874395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30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84972-3D23-AC8B-E6AF-2C37D2ACC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E2E976-BD0C-E70D-6634-21063398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9702"/>
            <a:ext cx="9144000" cy="499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C2818-C6A8-A9B3-5397-E9264690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31DD0F-008B-371F-DF9B-F6F31081A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86" y="205405"/>
            <a:ext cx="7351838" cy="3395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739E37-51A5-4C56-BD03-A64CDD3BF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766" y="4065897"/>
            <a:ext cx="7000205" cy="128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34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A0634-38B2-E1C3-5592-DE940A3EA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5EC72D-4CA4-F8E8-B285-5597FF747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67" y="449584"/>
            <a:ext cx="7500665" cy="342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04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C9B668-82F2-4090-F3D8-662510D11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689484"/>
            <a:ext cx="8620125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25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A6492-7787-44F1-F742-378FAD76A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B911ED-5E00-D166-B333-98FC883C6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936" y="371856"/>
            <a:ext cx="5435879" cy="1473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4FC0F0-E4D5-2E1E-A9FB-12A9B3C56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46" y="1720299"/>
            <a:ext cx="6082241" cy="22144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628B7E-9522-BA75-FF9E-716AB85D7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011" y="4262567"/>
            <a:ext cx="5668173" cy="24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66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422C1-52C5-3E9F-36F0-B95526674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58FC36-4BB4-B9D8-0097-FE1523F55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89" y="101166"/>
            <a:ext cx="5848651" cy="1968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85249D-B83F-8A40-34A1-7BA5D7149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79" y="2510650"/>
            <a:ext cx="4035509" cy="14053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59A6D9-D206-5D30-9961-879E62793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688" y="4356912"/>
            <a:ext cx="3853043" cy="207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88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C2760E1-8F4E-BFDE-6C26-55DF60050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104" y="2237566"/>
            <a:ext cx="6477000" cy="39528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721213-3FCF-C3B0-ECFB-3C98BD174453}"/>
              </a:ext>
            </a:extLst>
          </p:cNvPr>
          <p:cNvSpPr txBox="1"/>
          <p:nvPr/>
        </p:nvSpPr>
        <p:spPr>
          <a:xfrm>
            <a:off x="802258" y="526211"/>
            <a:ext cx="4986068" cy="7078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Reliability Calculation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909438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9E01-ADEA-2842-66EE-277F194C1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FD70B8-C56C-B69C-90F8-14FDECD94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1547812"/>
            <a:ext cx="9105900" cy="37623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AA071A-32B2-329F-B3F2-8DE6049A15F4}"/>
              </a:ext>
            </a:extLst>
          </p:cNvPr>
          <p:cNvSpPr txBox="1"/>
          <p:nvPr/>
        </p:nvSpPr>
        <p:spPr>
          <a:xfrm>
            <a:off x="802258" y="526211"/>
            <a:ext cx="4986068" cy="7078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Reliability Calculation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731918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63D92-E29B-D9D3-2C51-28F0612EC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7D57AD-05BE-D27D-D917-C89ABFA8B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8486"/>
            <a:ext cx="9144000" cy="40410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06FF86-3925-D250-606A-9C8FF0CF27DD}"/>
              </a:ext>
            </a:extLst>
          </p:cNvPr>
          <p:cNvSpPr txBox="1"/>
          <p:nvPr/>
        </p:nvSpPr>
        <p:spPr>
          <a:xfrm>
            <a:off x="802258" y="526211"/>
            <a:ext cx="4986068" cy="7078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Reliability Calculation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411489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132CA-A6DC-0E2B-4801-B3178D746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3BE591-91C8-E63E-D060-CED75C3C4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" y="1390650"/>
            <a:ext cx="8982075" cy="4076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9F76F3-7A96-79EF-3A80-B01F07B7250A}"/>
              </a:ext>
            </a:extLst>
          </p:cNvPr>
          <p:cNvSpPr txBox="1"/>
          <p:nvPr/>
        </p:nvSpPr>
        <p:spPr>
          <a:xfrm>
            <a:off x="802258" y="526211"/>
            <a:ext cx="4986068" cy="7078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Reliability Calculation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037731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C3BD8-F150-AC55-50D8-9EBA2219A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61F10-3836-7046-B291-EC330B6FE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2994"/>
            <a:ext cx="9144000" cy="39320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5E018C-07B7-D7FA-3BF9-B9AD959741C1}"/>
              </a:ext>
            </a:extLst>
          </p:cNvPr>
          <p:cNvSpPr txBox="1"/>
          <p:nvPr/>
        </p:nvSpPr>
        <p:spPr>
          <a:xfrm>
            <a:off x="802258" y="526211"/>
            <a:ext cx="4986068" cy="7078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Reliability Calculation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039819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Reliability?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The probability that a product or system performs its intended function without failure for a specified period under stated conditions.</a:t>
            </a:r>
          </a:p>
          <a:p>
            <a:r>
              <a:t>Focus: Long-term performance &amp; failure prevention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6560" y="384016"/>
            <a:ext cx="84429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74747"/>
                </a:solidFill>
                <a:latin typeface="Google Sans"/>
              </a:rPr>
              <a:t>Reliability is defined as 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the probability that a product, system, or service will perform its intended function adequately for a specified period of time, or will operate in a defined environment without failure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54DCC-FE67-527C-8F75-15CF7B5BC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D30501-F798-3153-5531-609C4E839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702" y="1765261"/>
            <a:ext cx="4355851" cy="419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74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Design for Reliability?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Enhances customer satisfaction</a:t>
            </a:r>
          </a:p>
          <a:p>
            <a:r>
              <a:t>Reduces warranty costs</a:t>
            </a:r>
          </a:p>
          <a:p>
            <a:r>
              <a:t>Improves brand reputation</a:t>
            </a:r>
          </a:p>
          <a:p>
            <a:r>
              <a:t>Reduces total lifecycle cost</a:t>
            </a:r>
          </a:p>
          <a:p>
            <a:r>
              <a:t>Ensures safety and compliance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in Product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 Phase: Requirements specification</a:t>
            </a:r>
          </a:p>
          <a:p>
            <a:r>
              <a:t>Design Phase: FMEA, fault-tolerant design</a:t>
            </a:r>
          </a:p>
          <a:p>
            <a:r>
              <a:t>Manufacturing: Process capability, quality control</a:t>
            </a:r>
          </a:p>
          <a:p>
            <a:r>
              <a:t>Operation: Maintenance strategy, failure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Design Techniques for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167" y="1600200"/>
            <a:ext cx="8669546" cy="4983162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Redundancy</a:t>
            </a:r>
            <a:r>
              <a:rPr lang="en-US" dirty="0"/>
              <a:t>: </a:t>
            </a:r>
            <a:r>
              <a:rPr lang="en-US" sz="2400" dirty="0"/>
              <a:t>redundancy refers to the duplication or replication of critical components or functions within a system to enhance reliability and ensure continued operation even if one part fails</a:t>
            </a:r>
            <a:endParaRPr sz="2400" dirty="0"/>
          </a:p>
          <a:p>
            <a:r>
              <a:rPr dirty="0"/>
              <a:t>Derating</a:t>
            </a:r>
            <a:r>
              <a:rPr lang="en-US" dirty="0"/>
              <a:t>: </a:t>
            </a:r>
            <a:r>
              <a:rPr lang="en-US" sz="2200" dirty="0"/>
              <a:t>It is the practice of operating electrical and electronic devices at less than their maximum rated capacity to improve reliability and lifespan</a:t>
            </a:r>
            <a:endParaRPr sz="2200" dirty="0"/>
          </a:p>
          <a:p>
            <a:r>
              <a:rPr dirty="0"/>
              <a:t>Environmental protection</a:t>
            </a:r>
          </a:p>
          <a:p>
            <a:r>
              <a:rPr dirty="0"/>
              <a:t>Stress-strength analysis</a:t>
            </a:r>
            <a:r>
              <a:rPr lang="en-US" dirty="0"/>
              <a:t>: </a:t>
            </a:r>
            <a:r>
              <a:rPr lang="en-US" sz="2400" dirty="0"/>
              <a:t>is a reliability engineering method used to assess the probability of failure in a component or system by comparing the applied stress to its inherent strength</a:t>
            </a:r>
            <a:endParaRPr sz="2400" dirty="0"/>
          </a:p>
          <a:p>
            <a:r>
              <a:rPr dirty="0"/>
              <a:t>Modular design</a:t>
            </a:r>
            <a:r>
              <a:rPr lang="en-US" dirty="0"/>
              <a:t>: </a:t>
            </a:r>
            <a:r>
              <a:rPr lang="en-US" sz="2300" dirty="0"/>
              <a:t>Modular design in software engineering is a design principle that involves subdividing a software system into smaller, independent, and interchangeable components called modules. Each module is designed to perform a specific function or set of related functions, and these modules collectively form the complete software system.</a:t>
            </a:r>
            <a:endParaRPr sz="2300" dirty="0"/>
          </a:p>
          <a:p>
            <a:r>
              <a:rPr dirty="0"/>
              <a:t>Robust design (Taguchi methods)</a:t>
            </a:r>
            <a:r>
              <a:rPr lang="en-US" dirty="0"/>
              <a:t>: </a:t>
            </a:r>
            <a:r>
              <a:rPr lang="en-US" sz="2600" dirty="0"/>
              <a:t>is an approach focused on creating products or processes that perform consistently well, even when faced with variations in manufacturing, usage, or environmental conditions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0315368"/>
              </p:ext>
            </p:extLst>
          </p:nvPr>
        </p:nvGraphicFramePr>
        <p:xfrm>
          <a:off x="477520" y="1221581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16330295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9812434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2942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Reliability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1302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Timeframe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At the time of purchase/use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Over a period of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4583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Measure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Meets specifications and expectations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Performs consistently without failure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3501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Example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sharp, new LED TV with vibrant colors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washing machine that works well for 10 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7211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Focus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Initial features and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Long-term dependability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059349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75760" y="387588"/>
            <a:ext cx="70299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Difference between quality and reliability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920" y="4603095"/>
            <a:ext cx="8331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quality and reliability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lies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 product performs initially versus how it continues to perform over time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466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2280"/>
            <a:ext cx="8412480" cy="6304280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4500" b="1" dirty="0"/>
              <a:t> Example: Reliable Web Server System</a:t>
            </a:r>
          </a:p>
          <a:p>
            <a:r>
              <a:rPr lang="en-US" dirty="0"/>
              <a:t>Imagine you're part of a team that has developed a </a:t>
            </a:r>
            <a:r>
              <a:rPr lang="en-US" b="1" dirty="0"/>
              <a:t>web server</a:t>
            </a:r>
            <a:r>
              <a:rPr lang="en-US" dirty="0"/>
              <a:t> for an e-commerce website.</a:t>
            </a:r>
          </a:p>
          <a:p>
            <a:pPr marL="0" indent="0">
              <a:buNone/>
            </a:pPr>
            <a:r>
              <a:rPr lang="en-US" b="1" dirty="0"/>
              <a:t>✅ High Reliability means:</a:t>
            </a:r>
          </a:p>
          <a:p>
            <a:r>
              <a:rPr lang="en-US" dirty="0"/>
              <a:t>The server </a:t>
            </a:r>
            <a:r>
              <a:rPr lang="en-US" b="1" dirty="0"/>
              <a:t>runs 24/7</a:t>
            </a:r>
            <a:r>
              <a:rPr lang="en-US" dirty="0"/>
              <a:t> without crashing.</a:t>
            </a:r>
          </a:p>
          <a:p>
            <a:r>
              <a:rPr lang="en-US" dirty="0"/>
              <a:t>It can handle </a:t>
            </a:r>
            <a:r>
              <a:rPr lang="en-US" b="1" dirty="0"/>
              <a:t>high user traffic</a:t>
            </a:r>
            <a:r>
              <a:rPr lang="en-US" dirty="0"/>
              <a:t> during sales events.</a:t>
            </a:r>
          </a:p>
          <a:p>
            <a:r>
              <a:rPr lang="en-US" dirty="0"/>
              <a:t>It </a:t>
            </a:r>
            <a:r>
              <a:rPr lang="en-US" b="1" dirty="0"/>
              <a:t>recovers quickly</a:t>
            </a:r>
            <a:r>
              <a:rPr lang="en-US" dirty="0"/>
              <a:t> from minor failures (using redundancy or failover).</a:t>
            </a:r>
          </a:p>
          <a:p>
            <a:r>
              <a:rPr lang="en-US" dirty="0"/>
              <a:t>It operates for </a:t>
            </a:r>
            <a:r>
              <a:rPr lang="en-US" b="1" dirty="0"/>
              <a:t>months or years without unexpected downtime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❌ Low Reliability would be:</a:t>
            </a:r>
          </a:p>
          <a:p>
            <a:r>
              <a:rPr lang="en-US" dirty="0"/>
              <a:t>The server </a:t>
            </a:r>
            <a:r>
              <a:rPr lang="en-US" b="1" dirty="0"/>
              <a:t>crashes frequently</a:t>
            </a:r>
            <a:r>
              <a:rPr lang="en-US" dirty="0"/>
              <a:t>, requiring restarts.</a:t>
            </a:r>
          </a:p>
          <a:p>
            <a:r>
              <a:rPr lang="en-US" dirty="0"/>
              <a:t>It </a:t>
            </a:r>
            <a:r>
              <a:rPr lang="en-US" b="1" dirty="0"/>
              <a:t>lags or becomes unresponsive</a:t>
            </a:r>
            <a:r>
              <a:rPr lang="en-US" dirty="0"/>
              <a:t> under moderate load.</a:t>
            </a:r>
          </a:p>
          <a:p>
            <a:r>
              <a:rPr lang="en-US" dirty="0"/>
              <a:t>Users </a:t>
            </a:r>
            <a:r>
              <a:rPr lang="en-US" b="1" dirty="0"/>
              <a:t>lose data</a:t>
            </a:r>
            <a:r>
              <a:rPr lang="en-US" dirty="0"/>
              <a:t> during transactions.</a:t>
            </a:r>
          </a:p>
          <a:p>
            <a:r>
              <a:rPr lang="en-US" dirty="0"/>
              <a:t>It needs </a:t>
            </a:r>
            <a:r>
              <a:rPr lang="en-US" b="1" dirty="0"/>
              <a:t>frequent maintenance or patching</a:t>
            </a:r>
            <a:r>
              <a:rPr lang="en-US" dirty="0"/>
              <a:t> to function properly.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4246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Automotive ECU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vibration environment</a:t>
            </a:r>
          </a:p>
          <a:p>
            <a:r>
              <a:t>Use of conformal coating for moisture resistance</a:t>
            </a:r>
          </a:p>
          <a:p>
            <a:r>
              <a:t>Redundant power supplies for fail-safe operation</a:t>
            </a:r>
          </a:p>
          <a:p>
            <a:r>
              <a:t>MTBF target: 100,000 hours</a:t>
            </a:r>
          </a:p>
          <a:p>
            <a:r>
              <a:t>FMEA revealed thermal stress as major issue → Improved heat sinks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for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Accelerated Life Testing (ALT)</a:t>
            </a:r>
          </a:p>
          <a:p>
            <a:r>
              <a:t>Highly Accelerated Life Testing (HALT)</a:t>
            </a:r>
          </a:p>
          <a:p>
            <a:r>
              <a:t>Burn-in Testing</a:t>
            </a:r>
          </a:p>
          <a:p>
            <a:r>
              <a:t>Environmental Stress Screening (ESS)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Case Study – Smartphone Battery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Frequent customer complaints on overheating</a:t>
            </a:r>
          </a:p>
          <a:p>
            <a:r>
              <a:t>Root cause: Charging circuit component failure</a:t>
            </a:r>
          </a:p>
          <a:p>
            <a:r>
              <a:t>Solution: Improved thermal pad placement + component derating</a:t>
            </a:r>
          </a:p>
          <a:p>
            <a:r>
              <a:t>Outcome: MTBF improved by 45%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Reliability is designed, not tested in</a:t>
            </a:r>
            <a:r>
              <a:rPr lang="en-US" dirty="0"/>
              <a:t>.</a:t>
            </a:r>
            <a:endParaRPr dirty="0"/>
          </a:p>
          <a:p>
            <a:r>
              <a:rPr dirty="0"/>
              <a:t>Tools like FMEA and FTA help identify and mitigate failure risks</a:t>
            </a:r>
          </a:p>
          <a:p>
            <a:r>
              <a:rPr dirty="0"/>
              <a:t>Robust design ensures long-term performance and customer trust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Reliability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MTTF – Mean Time to Failure (non-repairable items)</a:t>
            </a:r>
          </a:p>
          <a:p>
            <a:r>
              <a:t>MTBF – Mean Time Between Failures (repairable items)</a:t>
            </a:r>
          </a:p>
          <a:p>
            <a:r>
              <a:t>Failure Rate (λ)</a:t>
            </a:r>
          </a:p>
          <a:p>
            <a:r>
              <a:t>Reliability Function (R(t))</a:t>
            </a:r>
          </a:p>
        </p:txBody>
      </p:sp>
    </p:spTree>
    <p:extLst>
      <p:ext uri="{BB962C8B-B14F-4D97-AF65-F5344CB8AC3E}">
        <p14:creationId xmlns:p14="http://schemas.microsoft.com/office/powerpoint/2010/main" val="21195133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MTBF (Mean Time Between Failures)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6298"/>
            <a:ext cx="8229600" cy="4525963"/>
          </a:xfrm>
        </p:spPr>
        <p:txBody>
          <a:bodyPr/>
          <a:lstStyle/>
          <a:p>
            <a:r>
              <a:rPr lang="en-US" b="1" dirty="0"/>
              <a:t>MTBF</a:t>
            </a:r>
            <a:r>
              <a:rPr lang="en-US" dirty="0"/>
              <a:t> is a key reliability metric used to predict the average time between system failures for </a:t>
            </a:r>
            <a:r>
              <a:rPr lang="en-US" b="1" dirty="0"/>
              <a:t>repairable systems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8095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775</Words>
  <Application>Microsoft Office PowerPoint</Application>
  <PresentationFormat>On-screen Show (4:3)</PresentationFormat>
  <Paragraphs>103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Google Sans</vt:lpstr>
      <vt:lpstr>Times New Roman</vt:lpstr>
      <vt:lpstr>Office Theme</vt:lpstr>
      <vt:lpstr>Design for Reliability</vt:lpstr>
      <vt:lpstr>PowerPoint Presentation</vt:lpstr>
      <vt:lpstr>PowerPoint Presentation</vt:lpstr>
      <vt:lpstr>PowerPoint Presentation</vt:lpstr>
      <vt:lpstr>PowerPoint Presentation</vt:lpstr>
      <vt:lpstr>Why Design for Reliability?</vt:lpstr>
      <vt:lpstr>Reliability in Product Life Cycle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Reliability?</vt:lpstr>
      <vt:lpstr>PowerPoint Presentation</vt:lpstr>
      <vt:lpstr>Why Design for Reliability?</vt:lpstr>
      <vt:lpstr>Reliability in Product Life Cycle</vt:lpstr>
      <vt:lpstr>Design Techniques for Reliability</vt:lpstr>
      <vt:lpstr>PowerPoint Presentation</vt:lpstr>
      <vt:lpstr>PowerPoint Presentation</vt:lpstr>
      <vt:lpstr>Example – Automotive ECU Design</vt:lpstr>
      <vt:lpstr>Testing for Reliability</vt:lpstr>
      <vt:lpstr>Case Study – Smartphone Battery Reliability</vt:lpstr>
      <vt:lpstr>Summary</vt:lpstr>
      <vt:lpstr>Key Reliability Concepts</vt:lpstr>
      <vt:lpstr>MTBF (Mean Time Between Failures)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for Reliability</dc:title>
  <dc:creator/>
  <dc:description>generated using python-pptx</dc:description>
  <cp:lastModifiedBy>Pruthwiraj Sahu</cp:lastModifiedBy>
  <cp:revision>5</cp:revision>
  <dcterms:created xsi:type="dcterms:W3CDTF">2013-01-27T09:14:00Z</dcterms:created>
  <dcterms:modified xsi:type="dcterms:W3CDTF">2025-08-08T05:43:20Z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5AB92EDEED5A4A208B8DE030F44050C0_12</vt:lpwstr>
  </property>
  <property fmtid="{D5CDD505-2E9C-101B-9397-08002B2CF9AE}" pid="3" name="KSOProductBuildVer">
    <vt:lpwstr>1033-12.2.0.21931</vt:lpwstr>
  </property>
</Properties>
</file>